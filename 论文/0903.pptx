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56" r:id="rId3"/>
    <p:sldId id="257" r:id="rId5"/>
    <p:sldId id="260" r:id="rId6"/>
    <p:sldId id="258" r:id="rId7"/>
    <p:sldId id="261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tags" Target="../tags/tag4.xml"/><Relationship Id="rId3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I</a:t>
            </a:r>
            <a:r>
              <a:rPr lang="zh-CN" altLang="en-US"/>
              <a:t>ntegrate the MEIC human-emissions inventory, hourly air-quality data from </a:t>
            </a:r>
            <a:r>
              <a:rPr lang="en-US" altLang="zh-CN"/>
              <a:t>MEE</a:t>
            </a:r>
            <a:r>
              <a:rPr lang="zh-CN" altLang="en-US"/>
              <a:t>, to systematically study emission changes in the Greater Bay Area, the evolution of PM</a:t>
            </a:r>
            <a:r>
              <a:rPr lang="zh-CN" altLang="en-US" baseline="-25000"/>
              <a:t>2.</a:t>
            </a:r>
            <a:r>
              <a:rPr lang="en-US" altLang="zh-CN" baseline="-25000"/>
              <a:t>5</a:t>
            </a:r>
            <a:r>
              <a:rPr lang="zh-CN" altLang="en-US"/>
              <a:t>  and ozone pollution, meteorological impacts, and the risks of combined (compound) pollution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2045970"/>
          </a:xfrm>
        </p:spPr>
        <p:txBody>
          <a:bodyPr/>
          <a:p>
            <a:r>
              <a:rPr lang="en-US" altLang="zh-CN"/>
              <a:t>changes in anthropogenic emissions (MEIC)</a:t>
            </a:r>
            <a:endParaRPr lang="en-US" altLang="zh-CN"/>
          </a:p>
          <a:p>
            <a:pPr lvl="1"/>
            <a:r>
              <a:rPr lang="en-US" altLang="zh-CN"/>
              <a:t>SO2, NOx, NH3, PM2.5, </a:t>
            </a:r>
            <a:endParaRPr lang="en-US" altLang="zh-CN"/>
          </a:p>
          <a:p>
            <a:pPr lvl="2"/>
            <a:r>
              <a:rPr lang="en-US" altLang="zh-CN"/>
              <a:t>spatiotemporal changes</a:t>
            </a:r>
            <a:endParaRPr lang="en-US" altLang="zh-CN"/>
          </a:p>
          <a:p>
            <a:pPr lvl="2"/>
            <a:r>
              <a:rPr lang="en-US" altLang="zh-CN"/>
              <a:t>changes due to policy changes</a:t>
            </a:r>
            <a:endParaRPr lang="en-US" altLang="zh-CN"/>
          </a:p>
          <a:p>
            <a:pPr lvl="2"/>
            <a:r>
              <a:rPr lang="en-US" altLang="zh-CN"/>
              <a:t>source analysis</a:t>
            </a:r>
            <a:endParaRPr lang="en-US" altLang="zh-CN"/>
          </a:p>
          <a:p>
            <a:pPr lvl="2"/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74700" y="4112895"/>
            <a:ext cx="10515600" cy="20459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changes in PM2.5</a:t>
            </a:r>
            <a:endParaRPr lang="en-US" altLang="zh-CN"/>
          </a:p>
          <a:p>
            <a:pPr lvl="1"/>
            <a:r>
              <a:rPr lang="en-US" altLang="zh-CN" sz="2400"/>
              <a:t>overall change in PM2.5 concentration</a:t>
            </a:r>
            <a:endParaRPr lang="en-US" altLang="zh-CN" sz="2400"/>
          </a:p>
          <a:p>
            <a:pPr lvl="1"/>
            <a:r>
              <a:rPr lang="en-US" altLang="zh-CN"/>
              <a:t>spatiotemporal changes in PM2.5 composition</a:t>
            </a:r>
            <a:endParaRPr lang="en-US" altLang="zh-CN"/>
          </a:p>
          <a:p>
            <a:pPr lvl="1"/>
            <a:r>
              <a:rPr lang="en-US" altLang="zh-CN"/>
              <a:t>PM2.5 concentratin and air quality under new standards</a:t>
            </a:r>
            <a:endParaRPr lang="en-US" altLang="zh-CN"/>
          </a:p>
          <a:p>
            <a:pPr lvl="1"/>
            <a:r>
              <a:rPr lang="en-US" altLang="zh-CN"/>
              <a:t>meteorological effects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2"/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74700" y="6102350"/>
            <a:ext cx="10515600" cy="755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ozone?</a:t>
            </a:r>
            <a:endParaRPr lang="en-US" altLang="zh-CN"/>
          </a:p>
          <a:p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2"/>
            <a:endParaRPr lang="en-US" altLang="zh-CN"/>
          </a:p>
          <a:p>
            <a:pPr lvl="1"/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截屏2026-09-03 下午3.49.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366645"/>
            <a:ext cx="5953125" cy="1457325"/>
          </a:xfrm>
          <a:prstGeom prst="rect">
            <a:avLst/>
          </a:prstGeom>
        </p:spPr>
      </p:pic>
      <p:pic>
        <p:nvPicPr>
          <p:cNvPr id="5" name="图片 4" descr="截屏2026-09-03 下午3.49.1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614670" y="0"/>
            <a:ext cx="6191250" cy="2847975"/>
          </a:xfrm>
          <a:prstGeom prst="rect">
            <a:avLst/>
          </a:prstGeom>
        </p:spPr>
      </p:pic>
      <p:pic>
        <p:nvPicPr>
          <p:cNvPr id="6" name="图片 5" descr="截屏2026-09-03 下午3.49.3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474335" y="2933700"/>
            <a:ext cx="6467475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568</Words>
  <Application>WPS 演示</Application>
  <PresentationFormat>宽屏</PresentationFormat>
  <Paragraphs>27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FOB！ SRAR～</cp:lastModifiedBy>
  <cp:revision>9</cp:revision>
  <dcterms:created xsi:type="dcterms:W3CDTF">2026-09-03T07:58:37Z</dcterms:created>
  <dcterms:modified xsi:type="dcterms:W3CDTF">2026-09-03T07:58:37Z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786B9F3D8BBAE24FBC25996A90D8B053_41</vt:lpwstr>
  </property>
</Properties>
</file>